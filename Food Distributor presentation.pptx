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3DF456-8FCA-4188-9E28-CBD2B329125A}" v="10" dt="2026-05-27T11:11:44.0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50" d="100"/>
          <a:sy n="50" d="100"/>
        </p:scale>
        <p:origin x="1500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kosingiphile Maphumulo" userId="c375c8227cecd468" providerId="LiveId" clId="{553F46CD-1FAB-40D0-B4C0-2842048CDEE7}"/>
    <pc:docChg chg="undo redo custSel modSld">
      <pc:chgData name="Nkosingiphile Maphumulo" userId="c375c8227cecd468" providerId="LiveId" clId="{553F46CD-1FAB-40D0-B4C0-2842048CDEE7}" dt="2026-05-27T16:36:03.494" v="179" actId="13926"/>
      <pc:docMkLst>
        <pc:docMk/>
      </pc:docMkLst>
      <pc:sldChg chg="addSp delSp modSp mod">
        <pc:chgData name="Nkosingiphile Maphumulo" userId="c375c8227cecd468" providerId="LiveId" clId="{553F46CD-1FAB-40D0-B4C0-2842048CDEE7}" dt="2026-05-27T11:05:33.731" v="8" actId="14100"/>
        <pc:sldMkLst>
          <pc:docMk/>
          <pc:sldMk cId="943648852" sldId="256"/>
        </pc:sldMkLst>
        <pc:spChg chg="del">
          <ac:chgData name="Nkosingiphile Maphumulo" userId="c375c8227cecd468" providerId="LiveId" clId="{553F46CD-1FAB-40D0-B4C0-2842048CDEE7}" dt="2026-05-27T11:03:21.328" v="1" actId="21"/>
          <ac:spMkLst>
            <pc:docMk/>
            <pc:sldMk cId="943648852" sldId="256"/>
            <ac:spMk id="2" creationId="{83D52EE6-56E1-1478-E342-17B58D4CCCC7}"/>
          </ac:spMkLst>
        </pc:spChg>
        <pc:spChg chg="del">
          <ac:chgData name="Nkosingiphile Maphumulo" userId="c375c8227cecd468" providerId="LiveId" clId="{553F46CD-1FAB-40D0-B4C0-2842048CDEE7}" dt="2026-05-27T11:03:11.560" v="0" actId="21"/>
          <ac:spMkLst>
            <pc:docMk/>
            <pc:sldMk cId="943648852" sldId="256"/>
            <ac:spMk id="3" creationId="{809664AE-EE30-96C7-BF89-4A53B471A092}"/>
          </ac:spMkLst>
        </pc:spChg>
        <pc:spChg chg="add del mod">
          <ac:chgData name="Nkosingiphile Maphumulo" userId="c375c8227cecd468" providerId="LiveId" clId="{553F46CD-1FAB-40D0-B4C0-2842048CDEE7}" dt="2026-05-27T11:03:23.964" v="2" actId="21"/>
          <ac:spMkLst>
            <pc:docMk/>
            <pc:sldMk cId="943648852" sldId="256"/>
            <ac:spMk id="5" creationId="{A147E0EC-E84F-46E2-C746-0FA9FBAFF7EF}"/>
          </ac:spMkLst>
        </pc:spChg>
        <pc:picChg chg="add mod">
          <ac:chgData name="Nkosingiphile Maphumulo" userId="c375c8227cecd468" providerId="LiveId" clId="{553F46CD-1FAB-40D0-B4C0-2842048CDEE7}" dt="2026-05-27T11:05:33.731" v="8" actId="14100"/>
          <ac:picMkLst>
            <pc:docMk/>
            <pc:sldMk cId="943648852" sldId="256"/>
            <ac:picMk id="7" creationId="{91608D14-6F27-7FC8-0420-2B3E1519F8B8}"/>
          </ac:picMkLst>
        </pc:picChg>
      </pc:sldChg>
      <pc:sldChg chg="modSp mod">
        <pc:chgData name="Nkosingiphile Maphumulo" userId="c375c8227cecd468" providerId="LiveId" clId="{553F46CD-1FAB-40D0-B4C0-2842048CDEE7}" dt="2026-05-27T16:35:24.515" v="167" actId="207"/>
        <pc:sldMkLst>
          <pc:docMk/>
          <pc:sldMk cId="2637429012" sldId="257"/>
        </pc:sldMkLst>
        <pc:spChg chg="mod">
          <ac:chgData name="Nkosingiphile Maphumulo" userId="c375c8227cecd468" providerId="LiveId" clId="{553F46CD-1FAB-40D0-B4C0-2842048CDEE7}" dt="2026-05-27T16:32:49.160" v="152" actId="115"/>
          <ac:spMkLst>
            <pc:docMk/>
            <pc:sldMk cId="2637429012" sldId="257"/>
            <ac:spMk id="2" creationId="{0F601E93-9367-49C5-7D04-1CFDE99FEAED}"/>
          </ac:spMkLst>
        </pc:spChg>
        <pc:spChg chg="mod">
          <ac:chgData name="Nkosingiphile Maphumulo" userId="c375c8227cecd468" providerId="LiveId" clId="{553F46CD-1FAB-40D0-B4C0-2842048CDEE7}" dt="2026-05-27T16:35:24.515" v="167" actId="207"/>
          <ac:spMkLst>
            <pc:docMk/>
            <pc:sldMk cId="2637429012" sldId="257"/>
            <ac:spMk id="3" creationId="{49369725-144D-F6A0-EFEA-8E8D75A3DC04}"/>
          </ac:spMkLst>
        </pc:spChg>
      </pc:sldChg>
      <pc:sldChg chg="modSp mod">
        <pc:chgData name="Nkosingiphile Maphumulo" userId="c375c8227cecd468" providerId="LiveId" clId="{553F46CD-1FAB-40D0-B4C0-2842048CDEE7}" dt="2026-05-27T16:35:39.283" v="169" actId="207"/>
        <pc:sldMkLst>
          <pc:docMk/>
          <pc:sldMk cId="1402094957" sldId="258"/>
        </pc:sldMkLst>
        <pc:spChg chg="mod">
          <ac:chgData name="Nkosingiphile Maphumulo" userId="c375c8227cecd468" providerId="LiveId" clId="{553F46CD-1FAB-40D0-B4C0-2842048CDEE7}" dt="2026-05-27T16:33:10.888" v="155" actId="115"/>
          <ac:spMkLst>
            <pc:docMk/>
            <pc:sldMk cId="1402094957" sldId="258"/>
            <ac:spMk id="2" creationId="{899F60C3-3331-5C91-39EB-46A07B9BF7EC}"/>
          </ac:spMkLst>
        </pc:spChg>
        <pc:spChg chg="mod">
          <ac:chgData name="Nkosingiphile Maphumulo" userId="c375c8227cecd468" providerId="LiveId" clId="{553F46CD-1FAB-40D0-B4C0-2842048CDEE7}" dt="2026-05-27T16:35:39.283" v="169" actId="207"/>
          <ac:spMkLst>
            <pc:docMk/>
            <pc:sldMk cId="1402094957" sldId="258"/>
            <ac:spMk id="3" creationId="{91532BAF-D2E0-B4E6-720F-EF22AFB82DDB}"/>
          </ac:spMkLst>
        </pc:spChg>
        <pc:picChg chg="mod">
          <ac:chgData name="Nkosingiphile Maphumulo" userId="c375c8227cecd468" providerId="LiveId" clId="{553F46CD-1FAB-40D0-B4C0-2842048CDEE7}" dt="2026-05-27T16:33:06.023" v="154" actId="1076"/>
          <ac:picMkLst>
            <pc:docMk/>
            <pc:sldMk cId="1402094957" sldId="258"/>
            <ac:picMk id="4" creationId="{83935368-1E94-8D63-F43C-BA79D13BADA1}"/>
          </ac:picMkLst>
        </pc:picChg>
      </pc:sldChg>
      <pc:sldChg chg="modSp mod">
        <pc:chgData name="Nkosingiphile Maphumulo" userId="c375c8227cecd468" providerId="LiveId" clId="{553F46CD-1FAB-40D0-B4C0-2842048CDEE7}" dt="2026-05-27T16:35:44.381" v="171" actId="13926"/>
        <pc:sldMkLst>
          <pc:docMk/>
          <pc:sldMk cId="3050333752" sldId="259"/>
        </pc:sldMkLst>
        <pc:spChg chg="mod">
          <ac:chgData name="Nkosingiphile Maphumulo" userId="c375c8227cecd468" providerId="LiveId" clId="{553F46CD-1FAB-40D0-B4C0-2842048CDEE7}" dt="2026-05-27T16:33:15.225" v="156" actId="115"/>
          <ac:spMkLst>
            <pc:docMk/>
            <pc:sldMk cId="3050333752" sldId="259"/>
            <ac:spMk id="2" creationId="{887E1BBD-D880-D008-515D-0F7C6783CC79}"/>
          </ac:spMkLst>
        </pc:spChg>
        <pc:spChg chg="mod">
          <ac:chgData name="Nkosingiphile Maphumulo" userId="c375c8227cecd468" providerId="LiveId" clId="{553F46CD-1FAB-40D0-B4C0-2842048CDEE7}" dt="2026-05-27T16:35:44.381" v="171" actId="13926"/>
          <ac:spMkLst>
            <pc:docMk/>
            <pc:sldMk cId="3050333752" sldId="259"/>
            <ac:spMk id="3" creationId="{D6F1D116-0549-28A2-9D59-76FF24ED0B17}"/>
          </ac:spMkLst>
        </pc:spChg>
      </pc:sldChg>
      <pc:sldChg chg="modSp mod">
        <pc:chgData name="Nkosingiphile Maphumulo" userId="c375c8227cecd468" providerId="LiveId" clId="{553F46CD-1FAB-40D0-B4C0-2842048CDEE7}" dt="2026-05-27T16:35:49.639" v="173" actId="13926"/>
        <pc:sldMkLst>
          <pc:docMk/>
          <pc:sldMk cId="4194210918" sldId="260"/>
        </pc:sldMkLst>
        <pc:spChg chg="mod">
          <ac:chgData name="Nkosingiphile Maphumulo" userId="c375c8227cecd468" providerId="LiveId" clId="{553F46CD-1FAB-40D0-B4C0-2842048CDEE7}" dt="2026-05-27T16:35:49.639" v="173" actId="13926"/>
          <ac:spMkLst>
            <pc:docMk/>
            <pc:sldMk cId="4194210918" sldId="260"/>
            <ac:spMk id="5" creationId="{70DF6B0C-0241-8634-8954-F113068695C8}"/>
          </ac:spMkLst>
        </pc:spChg>
      </pc:sldChg>
      <pc:sldChg chg="modSp mod">
        <pc:chgData name="Nkosingiphile Maphumulo" userId="c375c8227cecd468" providerId="LiveId" clId="{553F46CD-1FAB-40D0-B4C0-2842048CDEE7}" dt="2026-05-27T16:35:55.159" v="175" actId="13926"/>
        <pc:sldMkLst>
          <pc:docMk/>
          <pc:sldMk cId="3980822196" sldId="261"/>
        </pc:sldMkLst>
        <pc:spChg chg="mod">
          <ac:chgData name="Nkosingiphile Maphumulo" userId="c375c8227cecd468" providerId="LiveId" clId="{553F46CD-1FAB-40D0-B4C0-2842048CDEE7}" dt="2026-05-27T16:35:55.159" v="175" actId="13926"/>
          <ac:spMkLst>
            <pc:docMk/>
            <pc:sldMk cId="3980822196" sldId="261"/>
            <ac:spMk id="3" creationId="{3A77F101-1E9B-6ACB-0FF3-CFAFF8E75E4C}"/>
          </ac:spMkLst>
        </pc:spChg>
      </pc:sldChg>
      <pc:sldChg chg="modSp mod">
        <pc:chgData name="Nkosingiphile Maphumulo" userId="c375c8227cecd468" providerId="LiveId" clId="{553F46CD-1FAB-40D0-B4C0-2842048CDEE7}" dt="2026-05-27T16:35:59.461" v="177" actId="13926"/>
        <pc:sldMkLst>
          <pc:docMk/>
          <pc:sldMk cId="1512908776" sldId="262"/>
        </pc:sldMkLst>
        <pc:spChg chg="mod">
          <ac:chgData name="Nkosingiphile Maphumulo" userId="c375c8227cecd468" providerId="LiveId" clId="{553F46CD-1FAB-40D0-B4C0-2842048CDEE7}" dt="2026-05-27T16:33:21.551" v="157" actId="115"/>
          <ac:spMkLst>
            <pc:docMk/>
            <pc:sldMk cId="1512908776" sldId="262"/>
            <ac:spMk id="2" creationId="{DB9C21C3-B567-EF21-EFE8-E68BAD9D4ED5}"/>
          </ac:spMkLst>
        </pc:spChg>
        <pc:spChg chg="mod">
          <ac:chgData name="Nkosingiphile Maphumulo" userId="c375c8227cecd468" providerId="LiveId" clId="{553F46CD-1FAB-40D0-B4C0-2842048CDEE7}" dt="2026-05-27T16:35:59.461" v="177" actId="13926"/>
          <ac:spMkLst>
            <pc:docMk/>
            <pc:sldMk cId="1512908776" sldId="262"/>
            <ac:spMk id="3" creationId="{E52DB155-05CC-DE6A-8EEF-516C55607F52}"/>
          </ac:spMkLst>
        </pc:spChg>
      </pc:sldChg>
      <pc:sldChg chg="modSp mod">
        <pc:chgData name="Nkosingiphile Maphumulo" userId="c375c8227cecd468" providerId="LiveId" clId="{553F46CD-1FAB-40D0-B4C0-2842048CDEE7}" dt="2026-05-27T16:36:03.494" v="179" actId="13926"/>
        <pc:sldMkLst>
          <pc:docMk/>
          <pc:sldMk cId="3172275673" sldId="263"/>
        </pc:sldMkLst>
        <pc:spChg chg="mod">
          <ac:chgData name="Nkosingiphile Maphumulo" userId="c375c8227cecd468" providerId="LiveId" clId="{553F46CD-1FAB-40D0-B4C0-2842048CDEE7}" dt="2026-05-27T16:36:03.494" v="179" actId="13926"/>
          <ac:spMkLst>
            <pc:docMk/>
            <pc:sldMk cId="3172275673" sldId="263"/>
            <ac:spMk id="4" creationId="{45FCE74F-664B-648F-7C5A-5B63B5E4D5E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13F92-2E3C-2524-566C-0B27CA7BC5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F00B98-CC8A-F1A0-C15E-27FA920C4B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E450E-F927-0764-ABF6-3470B13FE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89116-32A9-4035-953A-C18AF0E8C921}" type="datetimeFigureOut">
              <a:rPr lang="en-ZA" smtClean="0"/>
              <a:t>2026/05/27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586F11-02DF-1F24-279F-1AB343E1A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A1207F-20B0-4EFB-95F7-E19D864D2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2ED50-D45E-4319-8C28-BCE6513A24D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19760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40C57-7E2B-1486-A143-7DD319442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07541-BD4E-B660-8207-F217728DD4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B9450-6601-459A-5C38-22A370A58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89116-32A9-4035-953A-C18AF0E8C921}" type="datetimeFigureOut">
              <a:rPr lang="en-ZA" smtClean="0"/>
              <a:t>2026/05/27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A07666-7933-FD21-7A68-F9585FE0B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1EF462-6F69-068C-0BFC-4D76FC61E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2ED50-D45E-4319-8C28-BCE6513A24D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62303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B34E3-0BAB-AC98-352D-352E47498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1377C1-BD7A-29A9-0341-4E2E60D750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CED170-C1F5-396E-024B-4BD64ACF2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89116-32A9-4035-953A-C18AF0E8C921}" type="datetimeFigureOut">
              <a:rPr lang="en-ZA" smtClean="0"/>
              <a:t>2026/05/27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351B73-1BA5-489C-F51D-9CC5816BB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26B577-F803-5B57-1EEB-EDC0061D3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2ED50-D45E-4319-8C28-BCE6513A24D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60646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F085E-80CB-1A29-C72C-E4E7EDDD0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5E5EE-D0CB-6822-F6DD-1A90E27FD5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4CE456-F04D-CDA6-F7A1-57E771D4E9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CAD3B8-9083-9C52-72CA-36B926D2B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89116-32A9-4035-953A-C18AF0E8C921}" type="datetimeFigureOut">
              <a:rPr lang="en-ZA" smtClean="0"/>
              <a:t>2026/05/27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E592ED-F348-066E-6474-C579BB017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0DE3DB-879B-26A5-4ABF-47BB46A76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2ED50-D45E-4319-8C28-BCE6513A24D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51418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D6E0A-B218-29B1-B932-6BDCA9EEE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5592A3-D8E9-4FF7-6DC0-98AD795445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CC0F5B-466A-AB96-88AF-E07E71FA84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8204C6-7D55-719F-DD02-658E2BE4EF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5BB428-4889-FB9C-0C29-25B14FCAF8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3F98C2-41E2-DE7B-634B-729AA606B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89116-32A9-4035-953A-C18AF0E8C921}" type="datetimeFigureOut">
              <a:rPr lang="en-ZA" smtClean="0"/>
              <a:t>2026/05/27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1A374B-1311-D464-E612-980F7A732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D13E02-9824-AEC5-5C53-01CB8AEC2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2ED50-D45E-4319-8C28-BCE6513A24D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10349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DD686-761A-15F8-1F44-010FEF6D9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925934-6265-0D78-20AB-70434C887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89116-32A9-4035-953A-C18AF0E8C921}" type="datetimeFigureOut">
              <a:rPr lang="en-ZA" smtClean="0"/>
              <a:t>2026/05/27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3312DE-73DD-EE02-895D-52767383E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7742BD-9756-3D69-37C0-C251F88DF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2ED50-D45E-4319-8C28-BCE6513A24D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29348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4F2034-E7AE-2F02-1DE5-34A2B2595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89116-32A9-4035-953A-C18AF0E8C921}" type="datetimeFigureOut">
              <a:rPr lang="en-ZA" smtClean="0"/>
              <a:t>2026/05/27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1B39FD-CF16-2897-F970-7C5DBBD48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7DCD7-551E-A72B-74F4-B845717BC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2ED50-D45E-4319-8C28-BCE6513A24D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38748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65999-D327-E6AD-11DC-B98B3BB5A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86561-859D-F417-2C8A-E18FFCB63F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03C951-428C-CB23-67EC-F77FDE1C98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959D22-0061-DCAC-9C21-6C4B778FF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89116-32A9-4035-953A-C18AF0E8C921}" type="datetimeFigureOut">
              <a:rPr lang="en-ZA" smtClean="0"/>
              <a:t>2026/05/27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356B5F-E553-A0CF-E164-B9F11D6D1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3AE458-454C-4AD9-A448-58D17499E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2ED50-D45E-4319-8C28-BCE6513A24D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97950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0B66-9900-59A9-8FEF-0ADD8869F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DC615B-BEF0-3DB7-22C1-65BEF2A693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6111C6-E85A-E951-0A59-4885F95FE8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F23884-47A7-3853-80A7-7170C215B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89116-32A9-4035-953A-C18AF0E8C921}" type="datetimeFigureOut">
              <a:rPr lang="en-ZA" smtClean="0"/>
              <a:t>2026/05/27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F04B59-484A-9D3B-D606-C043513EA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049C78-60FD-9700-DFA0-690528B97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2ED50-D45E-4319-8C28-BCE6513A24D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41090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76F39-F290-9304-AAC4-BC15D89BA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12DB3C-1F95-CFAE-09C6-A6FECD363F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4280D-5EEF-EDFB-10A9-94F91E9D9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89116-32A9-4035-953A-C18AF0E8C921}" type="datetimeFigureOut">
              <a:rPr lang="en-ZA" smtClean="0"/>
              <a:t>2026/05/27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6EFDA-696F-F01E-843D-F1AE8ACB7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E46E6-1738-7748-11A6-FE7F57971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2ED50-D45E-4319-8C28-BCE6513A24D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45164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4B52C0-7AD7-AB37-01D9-713E6732F5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80B83F-6613-A45B-7E9D-666FE5D826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8658C9-6EE9-192C-6F6C-A21B95AEB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89116-32A9-4035-953A-C18AF0E8C921}" type="datetimeFigureOut">
              <a:rPr lang="en-ZA" smtClean="0"/>
              <a:t>2026/05/27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04FB40-C444-3715-76C9-B06551D27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A969E-3220-DF90-D5B8-6D9318D6B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2ED50-D45E-4319-8C28-BCE6513A24D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67867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297191-60F7-9F0A-D287-18B09485C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759102-3BC5-2BEC-1E43-F1557B2243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9A077-E408-00A5-78D6-A4613FDA29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F89116-32A9-4035-953A-C18AF0E8C921}" type="datetimeFigureOut">
              <a:rPr lang="en-ZA" smtClean="0"/>
              <a:t>2026/05/27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F8596D-4B5A-892F-60C2-918080118B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24258-A807-E1C0-B8BA-B264EB1856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82ED50-D45E-4319-8C28-BCE6513A24D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50797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1608D14-6F27-7FC8-0420-2B3E1519F8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648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C662D06-B163-C32E-6F4E-07EC86F8C1F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F601E93-9367-49C5-7D04-1CFDE99FE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LOGISTICS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69725-144D-F6A0-EFEA-8E8D75A3D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all honesty, this is an AI generated task that I had asked for as a practical to understand and become an operational analyst. This task is called 'Food Distributor', the AI was my client that had a problem with its business that transports food products from the North, South, East and West and is currently stationed South.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ZA" sz="2000" i="1" dirty="0">
                <a:solidFill>
                  <a:schemeClr val="bg1"/>
                </a:solidFill>
                <a:highlight>
                  <a:srgbClr val="0000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Follow Next Page&gt;&gt;&gt;</a:t>
            </a:r>
            <a:endParaRPr lang="en-US" sz="2000" i="1" dirty="0">
              <a:solidFill>
                <a:schemeClr val="bg1"/>
              </a:solidFill>
              <a:highlight>
                <a:srgbClr val="0000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429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935368-1E94-8D63-F43C-BA79D13BADA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9F60C3-3331-5C91-39EB-46A07B9BF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Situation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32BAF-D2E0-B4E6-720F-EF22AFB82D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One central warehouse</a:t>
            </a:r>
          </a:p>
          <a:p>
            <a:r>
              <a:rPr lang="en-ZA" dirty="0"/>
              <a:t>One cold storage</a:t>
            </a:r>
          </a:p>
          <a:p>
            <a:r>
              <a:rPr lang="en-ZA" dirty="0"/>
              <a:t>Revenue is growing, but cash flow is tight</a:t>
            </a:r>
          </a:p>
          <a:p>
            <a:r>
              <a:rPr lang="en-ZA" dirty="0"/>
              <a:t>Some clients complain about late deliveries</a:t>
            </a:r>
          </a:p>
          <a:p>
            <a:r>
              <a:rPr lang="en-ZA" dirty="0"/>
              <a:t>They throw away too much stock due to expiry</a:t>
            </a:r>
          </a:p>
          <a:p>
            <a:endParaRPr lang="en-ZA" dirty="0"/>
          </a:p>
          <a:p>
            <a:endParaRPr lang="en-ZA" dirty="0"/>
          </a:p>
          <a:p>
            <a:pPr marL="0" indent="0">
              <a:buNone/>
            </a:pPr>
            <a:r>
              <a:rPr lang="en-ZA" sz="2000" i="1" dirty="0">
                <a:solidFill>
                  <a:schemeClr val="bg1"/>
                </a:solidFill>
                <a:highlight>
                  <a:srgbClr val="0000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Follow Next Page&gt;&gt;&gt;</a:t>
            </a:r>
            <a:endParaRPr lang="en-US" sz="2000" i="1" dirty="0">
              <a:solidFill>
                <a:schemeClr val="bg1"/>
              </a:solidFill>
              <a:highlight>
                <a:srgbClr val="0000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2094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7EC70B5-B162-20F9-815B-691B1E7DB3A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7E1BBD-D880-D008-515D-0F7C6783C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1D116-0549-28A2-9D59-76FF24ED0B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ZA" dirty="0"/>
              <a:t>Fast-casual restaurants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ZA" dirty="0"/>
              <a:t>Try drive-thru</a:t>
            </a:r>
          </a:p>
          <a:p>
            <a:r>
              <a:rPr lang="en-ZA" dirty="0"/>
              <a:t>Must be a website for the restaurant, helps for time decision-making while on the road, must be games and earn points and rewards</a:t>
            </a:r>
          </a:p>
          <a:p>
            <a:r>
              <a:rPr lang="en-ZA" dirty="0"/>
              <a:t>Restaurants drive volume and grocery stores drive stability</a:t>
            </a:r>
          </a:p>
          <a:p>
            <a:r>
              <a:rPr lang="en-ZA" dirty="0"/>
              <a:t>Most wastage comes from restaurant-driven stock and most cash-flow pressure comes from restaurant payment terms</a:t>
            </a:r>
          </a:p>
          <a:p>
            <a:endParaRPr lang="en-ZA" dirty="0"/>
          </a:p>
          <a:p>
            <a:pPr marL="0" indent="0">
              <a:buNone/>
            </a:pPr>
            <a:r>
              <a:rPr lang="en-ZA" sz="2000" i="1" dirty="0">
                <a:solidFill>
                  <a:schemeClr val="bg1"/>
                </a:solidFill>
                <a:highlight>
                  <a:srgbClr val="0000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Follow Next Page&gt;&gt;&gt;</a:t>
            </a:r>
            <a:endParaRPr lang="en-US" sz="2000" i="1" dirty="0">
              <a:solidFill>
                <a:schemeClr val="bg1"/>
              </a:solidFill>
              <a:highlight>
                <a:srgbClr val="0000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0333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885E278-C515-049A-C53A-21007D41DB3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70DF6B0C-0241-8634-8954-F113068695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39750"/>
            <a:ext cx="10515600" cy="5637213"/>
          </a:xfrm>
        </p:spPr>
        <p:txBody>
          <a:bodyPr>
            <a:normAutofit lnSpcReduction="10000"/>
          </a:bodyPr>
          <a:lstStyle/>
          <a:p>
            <a:r>
              <a:rPr lang="en-ZA" dirty="0"/>
              <a:t>Regions: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ZA" dirty="0"/>
              <a:t>North, South, East, and West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ZA" dirty="0"/>
              <a:t>Traffic is heavy in North and East</a:t>
            </a:r>
          </a:p>
          <a:p>
            <a:r>
              <a:rPr lang="en-ZA" dirty="0"/>
              <a:t>One central warehouse: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ZA" dirty="0"/>
              <a:t>Would be a problem if anything would to happen to it, build at least 2 more (but that can be dealt with due to cashflow)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ZA" dirty="0"/>
              <a:t>Located in the South</a:t>
            </a:r>
          </a:p>
          <a:p>
            <a:r>
              <a:rPr lang="en-ZA" dirty="0"/>
              <a:t>Stock up more cold storages</a:t>
            </a:r>
          </a:p>
          <a:p>
            <a:r>
              <a:rPr lang="en-ZA" dirty="0"/>
              <a:t>Daily deliveries to restaurants and 2-3 deliveries per week to grocery store and yet they all come from one warehouse with cold storage</a:t>
            </a:r>
          </a:p>
          <a:p>
            <a:endParaRPr lang="en-ZA" dirty="0"/>
          </a:p>
          <a:p>
            <a:pPr marL="0" indent="0">
              <a:buNone/>
            </a:pPr>
            <a:r>
              <a:rPr lang="en-ZA" sz="2200" i="1" dirty="0">
                <a:solidFill>
                  <a:schemeClr val="bg1"/>
                </a:solidFill>
                <a:highlight>
                  <a:srgbClr val="0000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Follow Next Page&gt;&gt;&gt;</a:t>
            </a:r>
            <a:endParaRPr lang="en-US" sz="2200" i="1" dirty="0">
              <a:solidFill>
                <a:schemeClr val="bg1"/>
              </a:solidFill>
              <a:highlight>
                <a:srgbClr val="0000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4210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B1F0086-A37C-D2DC-AE33-B260D6C746F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7F101-1E9B-6ACB-0FF3-CFAFF8E75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9626"/>
            <a:ext cx="10515600" cy="5607337"/>
          </a:xfrm>
        </p:spPr>
        <p:txBody>
          <a:bodyPr>
            <a:normAutofit fontScale="92500" lnSpcReduction="20000"/>
          </a:bodyPr>
          <a:lstStyle/>
          <a:p>
            <a:r>
              <a:rPr lang="en-ZA" dirty="0"/>
              <a:t>Suppliers require payment within 7-14 days</a:t>
            </a:r>
          </a:p>
          <a:p>
            <a:r>
              <a:rPr lang="en-ZA" dirty="0"/>
              <a:t>“Cash flow is tight”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ZA" dirty="0"/>
              <a:t>Customers, within restaurants, pay 30 days after delivery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ZA" dirty="0"/>
              <a:t>Must pay suppliers before we get paid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ZA" dirty="0"/>
              <a:t>Cash tied up in stock</a:t>
            </a:r>
          </a:p>
          <a:p>
            <a:r>
              <a:rPr lang="en-ZA" dirty="0"/>
              <a:t>“On paper we’re profitable, but the bank balance feels low”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ZA" dirty="0"/>
              <a:t>Late deliveries: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ZA" dirty="0"/>
              <a:t>Find out the routes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ZA" dirty="0"/>
              <a:t>Install tracking devices into trucks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ZA" dirty="0"/>
              <a:t>Ask the drivers which route results them to having traffic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ZA" dirty="0"/>
              <a:t>Download the ‘WAZE’ app to avoid traffic and unnecessary stops</a:t>
            </a:r>
          </a:p>
          <a:p>
            <a:pPr marL="0" indent="0">
              <a:buNone/>
            </a:pPr>
            <a:endParaRPr lang="en-ZA" dirty="0"/>
          </a:p>
          <a:p>
            <a:pPr marL="0" indent="0">
              <a:buNone/>
            </a:pPr>
            <a:r>
              <a:rPr lang="en-ZA" sz="2200" i="1" dirty="0">
                <a:solidFill>
                  <a:schemeClr val="bg1"/>
                </a:solidFill>
                <a:highlight>
                  <a:srgbClr val="0000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Follow Next Page&gt;&gt;&gt;</a:t>
            </a:r>
            <a:endParaRPr lang="en-US" sz="2200" i="1" dirty="0">
              <a:solidFill>
                <a:schemeClr val="bg1"/>
              </a:solidFill>
              <a:highlight>
                <a:srgbClr val="0000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0822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CF08C15-5564-EDB0-EC58-B2F9EA54A4E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B9C21C3-B567-EF21-EFE8-E68BAD9D4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DB155-05CC-DE6A-8EEF-516C55607F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ZA" dirty="0"/>
              <a:t>Names of the clients/customers, id and type and region</a:t>
            </a:r>
          </a:p>
          <a:p>
            <a:r>
              <a:rPr lang="en-ZA" dirty="0"/>
              <a:t>Take the cost price and selling price to see a difference</a:t>
            </a:r>
          </a:p>
          <a:p>
            <a:r>
              <a:rPr lang="en-ZA" dirty="0"/>
              <a:t>Selling price multiplied by quantity to know the price you’re selling at</a:t>
            </a:r>
          </a:p>
          <a:p>
            <a:r>
              <a:rPr lang="en-ZA" dirty="0"/>
              <a:t>Join inventory, product and order tables together</a:t>
            </a:r>
          </a:p>
          <a:p>
            <a:r>
              <a:rPr lang="en-ZA" dirty="0"/>
              <a:t>Order date and delivery date summed up to see a difference</a:t>
            </a:r>
          </a:p>
          <a:p>
            <a:r>
              <a:rPr lang="en-ZA" dirty="0"/>
              <a:t>Product name and shelf life days</a:t>
            </a:r>
          </a:p>
          <a:p>
            <a:r>
              <a:rPr lang="en-ZA" dirty="0"/>
              <a:t>Delivery date minus (-) by order date = </a:t>
            </a:r>
            <a:r>
              <a:rPr lang="en-ZA" dirty="0" err="1"/>
              <a:t>days_of_delivery</a:t>
            </a:r>
            <a:endParaRPr lang="en-ZA" dirty="0"/>
          </a:p>
          <a:p>
            <a:endParaRPr lang="en-ZA" dirty="0"/>
          </a:p>
          <a:p>
            <a:pPr marL="0" indent="0">
              <a:buNone/>
            </a:pPr>
            <a:r>
              <a:rPr lang="en-ZA" sz="2200" i="1" dirty="0">
                <a:solidFill>
                  <a:schemeClr val="bg1"/>
                </a:solidFill>
                <a:highlight>
                  <a:srgbClr val="0000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Follow Next Page&gt;&gt;&gt;</a:t>
            </a:r>
            <a:endParaRPr lang="en-US" sz="2200" i="1" dirty="0">
              <a:solidFill>
                <a:schemeClr val="bg1"/>
              </a:solidFill>
              <a:highlight>
                <a:srgbClr val="0000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29087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AA1F89-5550-45F9-E083-FEB46A63C90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5FCE74F-664B-648F-7C5A-5B63B5E4D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39750"/>
            <a:ext cx="10515600" cy="5637213"/>
          </a:xfrm>
        </p:spPr>
        <p:txBody>
          <a:bodyPr>
            <a:normAutofit/>
          </a:bodyPr>
          <a:lstStyle/>
          <a:p>
            <a:r>
              <a:rPr lang="en-ZA" dirty="0"/>
              <a:t>Insert the inventories station (South)</a:t>
            </a:r>
          </a:p>
          <a:p>
            <a:r>
              <a:rPr lang="en-ZA" dirty="0"/>
              <a:t>When groceries stores payment terms days extents 15 days, then interest rate increase and if 15 more days extent, then no supply provide (do the same for restaurant)</a:t>
            </a:r>
          </a:p>
          <a:p>
            <a:r>
              <a:rPr lang="en-ZA" dirty="0"/>
              <a:t>Inventory summary: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ZA" dirty="0" err="1"/>
              <a:t>Product_id</a:t>
            </a:r>
            <a:r>
              <a:rPr lang="en-ZA" dirty="0"/>
              <a:t>, </a:t>
            </a:r>
            <a:r>
              <a:rPr lang="en-ZA" dirty="0" err="1"/>
              <a:t>product_name</a:t>
            </a:r>
            <a:r>
              <a:rPr lang="en-ZA" dirty="0"/>
              <a:t>, </a:t>
            </a:r>
            <a:r>
              <a:rPr lang="en-ZA" dirty="0" err="1"/>
              <a:t>order_id</a:t>
            </a:r>
            <a:r>
              <a:rPr lang="en-ZA" dirty="0"/>
              <a:t>, category, </a:t>
            </a:r>
            <a:r>
              <a:rPr lang="en-ZA" dirty="0" err="1"/>
              <a:t>selling_price</a:t>
            </a:r>
            <a:r>
              <a:rPr lang="en-ZA" dirty="0"/>
              <a:t> and join them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ZA" dirty="0"/>
              <a:t>Use the ‘when’ clause previously</a:t>
            </a:r>
          </a:p>
          <a:p>
            <a:pPr>
              <a:buFont typeface="Wingdings" panose="05000000000000000000" pitchFamily="2" charset="2"/>
              <a:buChar char="Ø"/>
            </a:pPr>
            <a:endParaRPr lang="en-ZA" dirty="0"/>
          </a:p>
          <a:p>
            <a:pPr>
              <a:buFont typeface="Wingdings" panose="05000000000000000000" pitchFamily="2" charset="2"/>
              <a:buChar char="Ø"/>
            </a:pPr>
            <a:endParaRPr lang="en-ZA" dirty="0"/>
          </a:p>
          <a:p>
            <a:pPr>
              <a:buFont typeface="Wingdings" panose="05000000000000000000" pitchFamily="2" charset="2"/>
              <a:buChar char="Ø"/>
            </a:pPr>
            <a:endParaRPr lang="en-ZA" dirty="0"/>
          </a:p>
          <a:p>
            <a:pPr marL="0" indent="0">
              <a:buNone/>
            </a:pPr>
            <a:r>
              <a:rPr lang="en-ZA" sz="2000" i="1" dirty="0">
                <a:solidFill>
                  <a:schemeClr val="bg1"/>
                </a:solidFill>
                <a:highlight>
                  <a:srgbClr val="0000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&lt;&lt;&lt;End Page</a:t>
            </a:r>
            <a:endParaRPr lang="en-US" sz="2000" i="1" dirty="0">
              <a:solidFill>
                <a:schemeClr val="bg1"/>
              </a:solidFill>
              <a:highlight>
                <a:srgbClr val="0000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2275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</TotalTime>
  <Words>482</Words>
  <Application>Microsoft Office PowerPoint</Application>
  <PresentationFormat>Widescreen</PresentationFormat>
  <Paragraphs>65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Times New Roman</vt:lpstr>
      <vt:lpstr>Wingdings</vt:lpstr>
      <vt:lpstr>Office Theme</vt:lpstr>
      <vt:lpstr>PowerPoint Presentation</vt:lpstr>
      <vt:lpstr>ARTIFICIAL LOGISTICS</vt:lpstr>
      <vt:lpstr>Situation</vt:lpstr>
      <vt:lpstr>Information</vt:lpstr>
      <vt:lpstr>PowerPoint Presentation</vt:lpstr>
      <vt:lpstr>PowerPoint Presentation</vt:lpstr>
      <vt:lpstr>Goal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Nkosingiphile Maphumulo</dc:creator>
  <cp:lastModifiedBy>Nkosingiphile Maphumulo</cp:lastModifiedBy>
  <cp:revision>1</cp:revision>
  <dcterms:created xsi:type="dcterms:W3CDTF">2026-05-27T00:52:51Z</dcterms:created>
  <dcterms:modified xsi:type="dcterms:W3CDTF">2026-05-27T16:36:08Z</dcterms:modified>
</cp:coreProperties>
</file>