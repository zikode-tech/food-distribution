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A0C8D161-80BD-48F8-A346-B680446FB6A9}" type="datetimeFigureOut">
              <a:rPr lang="en-ZA" smtClean="0"/>
              <a:t>2026/05/06</a:t>
            </a:fld>
            <a:endParaRPr lang="en-ZA"/>
          </a:p>
        </p:txBody>
      </p:sp>
      <p:sp>
        <p:nvSpPr>
          <p:cNvPr id="5" name="Footer Placeholder 4"/>
          <p:cNvSpPr>
            <a:spLocks noGrp="1"/>
          </p:cNvSpPr>
          <p:nvPr>
            <p:ph type="ftr" sz="quarter" idx="11"/>
          </p:nvPr>
        </p:nvSpPr>
        <p:spPr>
          <a:xfrm>
            <a:off x="2692397" y="5037663"/>
            <a:ext cx="5214635" cy="279400"/>
          </a:xfrm>
        </p:spPr>
        <p:txBody>
          <a:bodyPr/>
          <a:lstStyle/>
          <a:p>
            <a:endParaRPr lang="en-ZA"/>
          </a:p>
        </p:txBody>
      </p:sp>
      <p:sp>
        <p:nvSpPr>
          <p:cNvPr id="6" name="Slide Number Placeholder 5"/>
          <p:cNvSpPr>
            <a:spLocks noGrp="1"/>
          </p:cNvSpPr>
          <p:nvPr>
            <p:ph type="sldNum" sz="quarter" idx="12"/>
          </p:nvPr>
        </p:nvSpPr>
        <p:spPr>
          <a:xfrm>
            <a:off x="8956900" y="5037663"/>
            <a:ext cx="551167" cy="279400"/>
          </a:xfrm>
        </p:spPr>
        <p:txBody>
          <a:bodyPr/>
          <a:lstStyle/>
          <a:p>
            <a:fld id="{B1237AF0-3ABA-431E-9806-0D760882691C}" type="slidenum">
              <a:rPr lang="en-ZA" smtClean="0"/>
              <a:t>‹#›</a:t>
            </a:fld>
            <a:endParaRPr lang="en-ZA"/>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26447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C8D161-80BD-48F8-A346-B680446FB6A9}" type="datetimeFigureOut">
              <a:rPr lang="en-ZA" smtClean="0"/>
              <a:t>2026/05/06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B1237AF0-3ABA-431E-9806-0D760882691C}" type="slidenum">
              <a:rPr lang="en-ZA" smtClean="0"/>
              <a:t>‹#›</a:t>
            </a:fld>
            <a:endParaRPr lang="en-ZA"/>
          </a:p>
        </p:txBody>
      </p:sp>
    </p:spTree>
    <p:extLst>
      <p:ext uri="{BB962C8B-B14F-4D97-AF65-F5344CB8AC3E}">
        <p14:creationId xmlns:p14="http://schemas.microsoft.com/office/powerpoint/2010/main" val="24862936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C8D161-80BD-48F8-A346-B680446FB6A9}" type="datetimeFigureOut">
              <a:rPr lang="en-ZA" smtClean="0"/>
              <a:t>2026/05/06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B1237AF0-3ABA-431E-9806-0D760882691C}" type="slidenum">
              <a:rPr lang="en-ZA" smtClean="0"/>
              <a:t>‹#›</a:t>
            </a:fld>
            <a:endParaRPr lang="en-ZA"/>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272145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0C8D161-80BD-48F8-A346-B680446FB6A9}" type="datetimeFigureOut">
              <a:rPr lang="en-ZA" smtClean="0"/>
              <a:t>2026/05/06</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B1237AF0-3ABA-431E-9806-0D760882691C}" type="slidenum">
              <a:rPr lang="en-ZA" smtClean="0"/>
              <a:t>‹#›</a:t>
            </a:fld>
            <a:endParaRPr lang="en-ZA"/>
          </a:p>
        </p:txBody>
      </p:sp>
    </p:spTree>
    <p:extLst>
      <p:ext uri="{BB962C8B-B14F-4D97-AF65-F5344CB8AC3E}">
        <p14:creationId xmlns:p14="http://schemas.microsoft.com/office/powerpoint/2010/main" val="18387798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0C8D161-80BD-48F8-A346-B680446FB6A9}" type="datetimeFigureOut">
              <a:rPr lang="en-ZA" smtClean="0"/>
              <a:t>2026/05/06</a:t>
            </a:fld>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fld id="{B1237AF0-3ABA-431E-9806-0D760882691C}" type="slidenum">
              <a:rPr lang="en-ZA" smtClean="0"/>
              <a:t>‹#›</a:t>
            </a:fld>
            <a:endParaRPr lang="en-ZA"/>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928402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0C8D161-80BD-48F8-A346-B680446FB6A9}" type="datetimeFigureOut">
              <a:rPr lang="en-ZA" smtClean="0"/>
              <a:t>2026/05/06</a:t>
            </a:fld>
            <a:endParaRPr lang="en-ZA"/>
          </a:p>
        </p:txBody>
      </p:sp>
      <p:sp>
        <p:nvSpPr>
          <p:cNvPr id="4" name="Footer Placeholder 3"/>
          <p:cNvSpPr>
            <a:spLocks noGrp="1"/>
          </p:cNvSpPr>
          <p:nvPr>
            <p:ph type="ftr" sz="quarter" idx="11"/>
          </p:nvPr>
        </p:nvSpPr>
        <p:spPr/>
        <p:txBody>
          <a:bodyPr/>
          <a:lstStyle/>
          <a:p>
            <a:endParaRPr lang="en-ZA"/>
          </a:p>
        </p:txBody>
      </p:sp>
      <p:sp>
        <p:nvSpPr>
          <p:cNvPr id="5" name="Slide Number Placeholder 4"/>
          <p:cNvSpPr>
            <a:spLocks noGrp="1"/>
          </p:cNvSpPr>
          <p:nvPr>
            <p:ph type="sldNum" sz="quarter" idx="12"/>
          </p:nvPr>
        </p:nvSpPr>
        <p:spPr/>
        <p:txBody>
          <a:bodyPr/>
          <a:lstStyle/>
          <a:p>
            <a:fld id="{B1237AF0-3ABA-431E-9806-0D760882691C}" type="slidenum">
              <a:rPr lang="en-ZA" smtClean="0"/>
              <a:t>‹#›</a:t>
            </a:fld>
            <a:endParaRPr lang="en-ZA"/>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769871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0C8D161-80BD-48F8-A346-B680446FB6A9}" type="datetimeFigureOut">
              <a:rPr lang="en-ZA" smtClean="0"/>
              <a:t>2026/05/06</a:t>
            </a:fld>
            <a:endParaRPr lang="en-ZA"/>
          </a:p>
        </p:txBody>
      </p:sp>
      <p:sp>
        <p:nvSpPr>
          <p:cNvPr id="3" name="Footer Placeholder 2"/>
          <p:cNvSpPr>
            <a:spLocks noGrp="1"/>
          </p:cNvSpPr>
          <p:nvPr>
            <p:ph type="ftr" sz="quarter" idx="11"/>
          </p:nvPr>
        </p:nvSpPr>
        <p:spPr/>
        <p:txBody>
          <a:bodyPr/>
          <a:lstStyle/>
          <a:p>
            <a:endParaRPr lang="en-ZA"/>
          </a:p>
        </p:txBody>
      </p:sp>
      <p:sp>
        <p:nvSpPr>
          <p:cNvPr id="4" name="Slide Number Placeholder 3"/>
          <p:cNvSpPr>
            <a:spLocks noGrp="1"/>
          </p:cNvSpPr>
          <p:nvPr>
            <p:ph type="sldNum" sz="quarter" idx="12"/>
          </p:nvPr>
        </p:nvSpPr>
        <p:spPr/>
        <p:txBody>
          <a:bodyPr/>
          <a:lstStyle/>
          <a:p>
            <a:fld id="{B1237AF0-3ABA-431E-9806-0D760882691C}" type="slidenum">
              <a:rPr lang="en-ZA" smtClean="0"/>
              <a:t>‹#›</a:t>
            </a:fld>
            <a:endParaRPr lang="en-ZA"/>
          </a:p>
        </p:txBody>
      </p:sp>
    </p:spTree>
    <p:extLst>
      <p:ext uri="{BB962C8B-B14F-4D97-AF65-F5344CB8AC3E}">
        <p14:creationId xmlns:p14="http://schemas.microsoft.com/office/powerpoint/2010/main" val="29075105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0C8D161-80BD-48F8-A346-B680446FB6A9}" type="datetimeFigureOut">
              <a:rPr lang="en-ZA" smtClean="0"/>
              <a:t>2026/05/06</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B1237AF0-3ABA-431E-9806-0D760882691C}" type="slidenum">
              <a:rPr lang="en-ZA" smtClean="0"/>
              <a:t>‹#›</a:t>
            </a:fld>
            <a:endParaRPr lang="en-ZA"/>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35016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0C8D161-80BD-48F8-A346-B680446FB6A9}" type="datetimeFigureOut">
              <a:rPr lang="en-ZA" smtClean="0"/>
              <a:t>2026/05/06</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B1237AF0-3ABA-431E-9806-0D760882691C}" type="slidenum">
              <a:rPr lang="en-ZA" smtClean="0"/>
              <a:t>‹#›</a:t>
            </a:fld>
            <a:endParaRPr lang="en-ZA"/>
          </a:p>
        </p:txBody>
      </p:sp>
    </p:spTree>
    <p:extLst>
      <p:ext uri="{BB962C8B-B14F-4D97-AF65-F5344CB8AC3E}">
        <p14:creationId xmlns:p14="http://schemas.microsoft.com/office/powerpoint/2010/main" val="25977619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0C8D161-80BD-48F8-A346-B680446FB6A9}" type="datetimeFigureOut">
              <a:rPr lang="en-ZA" smtClean="0"/>
              <a:t>2026/05/06</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B1237AF0-3ABA-431E-9806-0D760882691C}" type="slidenum">
              <a:rPr lang="en-ZA" smtClean="0"/>
              <a:t>‹#›</a:t>
            </a:fld>
            <a:endParaRPr lang="en-ZA"/>
          </a:p>
        </p:txBody>
      </p:sp>
    </p:spTree>
    <p:extLst>
      <p:ext uri="{BB962C8B-B14F-4D97-AF65-F5344CB8AC3E}">
        <p14:creationId xmlns:p14="http://schemas.microsoft.com/office/powerpoint/2010/main" val="17527390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C8D161-80BD-48F8-A346-B680446FB6A9}" type="datetimeFigureOut">
              <a:rPr lang="en-ZA" smtClean="0"/>
              <a:t>2026/05/06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B1237AF0-3ABA-431E-9806-0D760882691C}" type="slidenum">
              <a:rPr lang="en-ZA" smtClean="0"/>
              <a:t>‹#›</a:t>
            </a:fld>
            <a:endParaRPr lang="en-ZA"/>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76028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C8D161-80BD-48F8-A346-B680446FB6A9}" type="datetimeFigureOut">
              <a:rPr lang="en-ZA" smtClean="0"/>
              <a:t>2026/05/06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B1237AF0-3ABA-431E-9806-0D760882691C}" type="slidenum">
              <a:rPr lang="en-ZA" smtClean="0"/>
              <a:t>‹#›</a:t>
            </a:fld>
            <a:endParaRPr lang="en-ZA"/>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396498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C8D161-80BD-48F8-A346-B680446FB6A9}" type="datetimeFigureOut">
              <a:rPr lang="en-ZA" smtClean="0"/>
              <a:t>2026/05/06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B1237AF0-3ABA-431E-9806-0D760882691C}" type="slidenum">
              <a:rPr lang="en-ZA" smtClean="0"/>
              <a:t>‹#›</a:t>
            </a:fld>
            <a:endParaRPr lang="en-ZA"/>
          </a:p>
        </p:txBody>
      </p:sp>
    </p:spTree>
    <p:extLst>
      <p:ext uri="{BB962C8B-B14F-4D97-AF65-F5344CB8AC3E}">
        <p14:creationId xmlns:p14="http://schemas.microsoft.com/office/powerpoint/2010/main" val="23183083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C8D161-80BD-48F8-A346-B680446FB6A9}" type="datetimeFigureOut">
              <a:rPr lang="en-ZA" smtClean="0"/>
              <a:t>2026/05/06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B1237AF0-3ABA-431E-9806-0D760882691C}" type="slidenum">
              <a:rPr lang="en-ZA" smtClean="0"/>
              <a:t>‹#›</a:t>
            </a:fld>
            <a:endParaRPr lang="en-ZA"/>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108096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C8D161-80BD-48F8-A346-B680446FB6A9}" type="datetimeFigureOut">
              <a:rPr lang="en-ZA" smtClean="0"/>
              <a:t>2026/05/06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B1237AF0-3ABA-431E-9806-0D760882691C}" type="slidenum">
              <a:rPr lang="en-ZA" smtClean="0"/>
              <a:t>‹#›</a:t>
            </a:fld>
            <a:endParaRPr lang="en-ZA"/>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79255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C8D161-80BD-48F8-A346-B680446FB6A9}" type="datetimeFigureOut">
              <a:rPr lang="en-ZA" smtClean="0"/>
              <a:t>2026/05/06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B1237AF0-3ABA-431E-9806-0D760882691C}" type="slidenum">
              <a:rPr lang="en-ZA" smtClean="0"/>
              <a:t>‹#›</a:t>
            </a:fld>
            <a:endParaRPr lang="en-ZA"/>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012560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C8D161-80BD-48F8-A346-B680446FB6A9}" type="datetimeFigureOut">
              <a:rPr lang="en-ZA" smtClean="0"/>
              <a:t>2026/05/06</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B1237AF0-3ABA-431E-9806-0D760882691C}" type="slidenum">
              <a:rPr lang="en-ZA" smtClean="0"/>
              <a:t>‹#›</a:t>
            </a:fld>
            <a:endParaRPr lang="en-ZA"/>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89036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0C8D161-80BD-48F8-A346-B680446FB6A9}" type="datetimeFigureOut">
              <a:rPr lang="en-ZA" smtClean="0"/>
              <a:t>2026/05/06</a:t>
            </a:fld>
            <a:endParaRPr lang="en-ZA"/>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ZA"/>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1237AF0-3ABA-431E-9806-0D760882691C}" type="slidenum">
              <a:rPr lang="en-ZA" smtClean="0"/>
              <a:t>‹#›</a:t>
            </a:fld>
            <a:endParaRPr lang="en-ZA"/>
          </a:p>
        </p:txBody>
      </p:sp>
    </p:spTree>
    <p:extLst>
      <p:ext uri="{BB962C8B-B14F-4D97-AF65-F5344CB8AC3E}">
        <p14:creationId xmlns:p14="http://schemas.microsoft.com/office/powerpoint/2010/main" val="1936286726"/>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29AFF-BC16-DD9E-A228-D58772BF627E}"/>
              </a:ext>
            </a:extLst>
          </p:cNvPr>
          <p:cNvSpPr>
            <a:spLocks noGrp="1"/>
          </p:cNvSpPr>
          <p:nvPr>
            <p:ph type="ctrTitle"/>
          </p:nvPr>
        </p:nvSpPr>
        <p:spPr/>
        <p:txBody>
          <a:bodyPr/>
          <a:lstStyle/>
          <a:p>
            <a:r>
              <a:rPr lang="en-ZA" dirty="0" err="1"/>
              <a:t>Poshable</a:t>
            </a:r>
            <a:r>
              <a:rPr lang="en-ZA" dirty="0"/>
              <a:t> | Accessories</a:t>
            </a:r>
          </a:p>
        </p:txBody>
      </p:sp>
      <p:sp>
        <p:nvSpPr>
          <p:cNvPr id="3" name="Subtitle 2">
            <a:extLst>
              <a:ext uri="{FF2B5EF4-FFF2-40B4-BE49-F238E27FC236}">
                <a16:creationId xmlns:a16="http://schemas.microsoft.com/office/drawing/2014/main" id="{DFA3CB0F-AE29-A8FF-3C77-F2B8BD272B4B}"/>
              </a:ext>
            </a:extLst>
          </p:cNvPr>
          <p:cNvSpPr>
            <a:spLocks noGrp="1"/>
          </p:cNvSpPr>
          <p:nvPr>
            <p:ph type="subTitle" idx="1"/>
          </p:nvPr>
        </p:nvSpPr>
        <p:spPr/>
        <p:txBody>
          <a:bodyPr/>
          <a:lstStyle/>
          <a:p>
            <a:r>
              <a:rPr lang="en-ZA" dirty="0"/>
              <a:t>New edition</a:t>
            </a:r>
          </a:p>
        </p:txBody>
      </p:sp>
    </p:spTree>
    <p:extLst>
      <p:ext uri="{BB962C8B-B14F-4D97-AF65-F5344CB8AC3E}">
        <p14:creationId xmlns:p14="http://schemas.microsoft.com/office/powerpoint/2010/main" val="16019325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B78DA-5BA2-8AD8-E68F-D42D80347E1F}"/>
              </a:ext>
            </a:extLst>
          </p:cNvPr>
          <p:cNvSpPr>
            <a:spLocks noGrp="1"/>
          </p:cNvSpPr>
          <p:nvPr>
            <p:ph type="title"/>
          </p:nvPr>
        </p:nvSpPr>
        <p:spPr/>
        <p:txBody>
          <a:bodyPr/>
          <a:lstStyle/>
          <a:p>
            <a:r>
              <a:rPr lang="en-ZA" dirty="0" err="1"/>
              <a:t>Poshable</a:t>
            </a:r>
            <a:r>
              <a:rPr lang="en-ZA" dirty="0"/>
              <a:t> | Accessories</a:t>
            </a:r>
          </a:p>
        </p:txBody>
      </p:sp>
      <p:sp>
        <p:nvSpPr>
          <p:cNvPr id="3" name="Content Placeholder 2">
            <a:extLst>
              <a:ext uri="{FF2B5EF4-FFF2-40B4-BE49-F238E27FC236}">
                <a16:creationId xmlns:a16="http://schemas.microsoft.com/office/drawing/2014/main" id="{BB65AA14-D514-9710-3B95-FA610469D794}"/>
              </a:ext>
            </a:extLst>
          </p:cNvPr>
          <p:cNvSpPr>
            <a:spLocks noGrp="1"/>
          </p:cNvSpPr>
          <p:nvPr>
            <p:ph idx="1"/>
          </p:nvPr>
        </p:nvSpPr>
        <p:spPr/>
        <p:txBody>
          <a:bodyPr/>
          <a:lstStyle/>
          <a:p>
            <a:pPr marL="0" indent="0">
              <a:buNone/>
            </a:pPr>
            <a:r>
              <a:rPr lang="en-ZA" dirty="0" err="1"/>
              <a:t>Poshable</a:t>
            </a:r>
            <a:r>
              <a:rPr lang="en-ZA" dirty="0"/>
              <a:t> | Accessories, according to the looks of ‘Project Cube’, is a small, potential, unique and growing business, has room for improvement with the right items, products and time. </a:t>
            </a:r>
          </a:p>
        </p:txBody>
      </p:sp>
    </p:spTree>
    <p:extLst>
      <p:ext uri="{BB962C8B-B14F-4D97-AF65-F5344CB8AC3E}">
        <p14:creationId xmlns:p14="http://schemas.microsoft.com/office/powerpoint/2010/main" val="9938858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40004-2B71-29B6-E976-8F48CBD3EB40}"/>
              </a:ext>
            </a:extLst>
          </p:cNvPr>
          <p:cNvSpPr>
            <a:spLocks noGrp="1"/>
          </p:cNvSpPr>
          <p:nvPr>
            <p:ph type="title"/>
          </p:nvPr>
        </p:nvSpPr>
        <p:spPr/>
        <p:txBody>
          <a:bodyPr/>
          <a:lstStyle/>
          <a:p>
            <a:r>
              <a:rPr lang="en-ZA" dirty="0" err="1"/>
              <a:t>Poshable</a:t>
            </a:r>
            <a:r>
              <a:rPr lang="en-ZA" dirty="0"/>
              <a:t> | Accessories products</a:t>
            </a:r>
          </a:p>
        </p:txBody>
      </p:sp>
      <p:sp>
        <p:nvSpPr>
          <p:cNvPr id="3" name="Content Placeholder 2">
            <a:extLst>
              <a:ext uri="{FF2B5EF4-FFF2-40B4-BE49-F238E27FC236}">
                <a16:creationId xmlns:a16="http://schemas.microsoft.com/office/drawing/2014/main" id="{B24C2D04-8E0D-B6F0-2EE2-028F86FDA9BB}"/>
              </a:ext>
            </a:extLst>
          </p:cNvPr>
          <p:cNvSpPr>
            <a:spLocks noGrp="1"/>
          </p:cNvSpPr>
          <p:nvPr>
            <p:ph idx="1"/>
          </p:nvPr>
        </p:nvSpPr>
        <p:spPr/>
        <p:txBody>
          <a:bodyPr/>
          <a:lstStyle/>
          <a:p>
            <a:pPr marL="0" indent="0">
              <a:buNone/>
            </a:pPr>
            <a:r>
              <a:rPr lang="en-ZA" dirty="0"/>
              <a:t>Products that are not being sold more are therefore the one’s that have room for improvement left in them. For example: ‘Bookmark’, this physical product can be useful for books where owner gets to stop or pause where they last left off with their book. </a:t>
            </a:r>
            <a:r>
              <a:rPr lang="en-ZA" dirty="0" err="1"/>
              <a:t>Poshable</a:t>
            </a:r>
            <a:r>
              <a:rPr lang="en-ZA" dirty="0"/>
              <a:t> sells bookmarks but it does not sell much, therefore an idea behind this could be having </a:t>
            </a:r>
            <a:r>
              <a:rPr lang="en-ZA" dirty="0" err="1"/>
              <a:t>Poshable</a:t>
            </a:r>
            <a:r>
              <a:rPr lang="en-ZA" dirty="0"/>
              <a:t> to also sell books that go along with bookmarks, resulting to R = PP + EP (Revenue = Potential Product + Extra Product)</a:t>
            </a:r>
          </a:p>
        </p:txBody>
      </p:sp>
    </p:spTree>
    <p:extLst>
      <p:ext uri="{BB962C8B-B14F-4D97-AF65-F5344CB8AC3E}">
        <p14:creationId xmlns:p14="http://schemas.microsoft.com/office/powerpoint/2010/main" val="34035665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9CA55-5284-6E68-07D3-DEC5C3A9FDAE}"/>
              </a:ext>
            </a:extLst>
          </p:cNvPr>
          <p:cNvSpPr>
            <a:spLocks noGrp="1"/>
          </p:cNvSpPr>
          <p:nvPr>
            <p:ph type="title"/>
          </p:nvPr>
        </p:nvSpPr>
        <p:spPr/>
        <p:txBody>
          <a:bodyPr/>
          <a:lstStyle/>
          <a:p>
            <a:r>
              <a:rPr lang="en-ZA" dirty="0"/>
              <a:t>Popularity designs and images</a:t>
            </a:r>
          </a:p>
        </p:txBody>
      </p:sp>
      <p:sp>
        <p:nvSpPr>
          <p:cNvPr id="3" name="Content Placeholder 2">
            <a:extLst>
              <a:ext uri="{FF2B5EF4-FFF2-40B4-BE49-F238E27FC236}">
                <a16:creationId xmlns:a16="http://schemas.microsoft.com/office/drawing/2014/main" id="{D6CF34FA-1D6F-838B-156F-0012CB5F3535}"/>
              </a:ext>
            </a:extLst>
          </p:cNvPr>
          <p:cNvSpPr>
            <a:spLocks noGrp="1"/>
          </p:cNvSpPr>
          <p:nvPr>
            <p:ph idx="1"/>
          </p:nvPr>
        </p:nvSpPr>
        <p:spPr/>
        <p:txBody>
          <a:bodyPr/>
          <a:lstStyle/>
          <a:p>
            <a:pPr marL="0" indent="0">
              <a:buNone/>
            </a:pPr>
            <a:r>
              <a:rPr lang="en-ZA" dirty="0" err="1"/>
              <a:t>Poshable</a:t>
            </a:r>
            <a:r>
              <a:rPr lang="en-ZA" dirty="0"/>
              <a:t> | Accessories designs mugs, tumblers, cups and bookmarks. Do people like the designs? Feedback shall be the answer, yes, but what if they were cartoon or popular. For example, instead of pasting whichever design on the tumbler, some designs or images pasted be any old popular cartoon such as ‘Adventure Time, Regular Show, Amazing World of Gumball, etc’, this shall surely be nostalgic for some people, it could be series also such as ‘Stranger Things’ considering how many people miss the cast.</a:t>
            </a:r>
          </a:p>
        </p:txBody>
      </p:sp>
    </p:spTree>
    <p:extLst>
      <p:ext uri="{BB962C8B-B14F-4D97-AF65-F5344CB8AC3E}">
        <p14:creationId xmlns:p14="http://schemas.microsoft.com/office/powerpoint/2010/main" val="2862917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8C6C4-D003-740F-7483-C1D3C1FA4716}"/>
              </a:ext>
            </a:extLst>
          </p:cNvPr>
          <p:cNvSpPr>
            <a:spLocks noGrp="1"/>
          </p:cNvSpPr>
          <p:nvPr>
            <p:ph type="title"/>
          </p:nvPr>
        </p:nvSpPr>
        <p:spPr/>
        <p:txBody>
          <a:bodyPr/>
          <a:lstStyle/>
          <a:p>
            <a:r>
              <a:rPr lang="en-ZA" dirty="0"/>
              <a:t>Excel spreadsheet 1</a:t>
            </a:r>
          </a:p>
        </p:txBody>
      </p:sp>
      <p:pic>
        <p:nvPicPr>
          <p:cNvPr id="5" name="Content Placeholder 4">
            <a:extLst>
              <a:ext uri="{FF2B5EF4-FFF2-40B4-BE49-F238E27FC236}">
                <a16:creationId xmlns:a16="http://schemas.microsoft.com/office/drawing/2014/main" id="{F5AA086F-1C18-541A-294D-7B7D1F6B6C00}"/>
              </a:ext>
            </a:extLst>
          </p:cNvPr>
          <p:cNvPicPr>
            <a:picLocks noGrp="1" noChangeAspect="1"/>
          </p:cNvPicPr>
          <p:nvPr>
            <p:ph idx="1"/>
          </p:nvPr>
        </p:nvPicPr>
        <p:blipFill>
          <a:blip r:embed="rId2"/>
          <a:stretch>
            <a:fillRect/>
          </a:stretch>
        </p:blipFill>
        <p:spPr>
          <a:xfrm>
            <a:off x="4019260" y="2958925"/>
            <a:ext cx="4153480" cy="2514951"/>
          </a:xfrm>
          <a:prstGeom prst="rect">
            <a:avLst/>
          </a:prstGeom>
        </p:spPr>
      </p:pic>
    </p:spTree>
    <p:extLst>
      <p:ext uri="{BB962C8B-B14F-4D97-AF65-F5344CB8AC3E}">
        <p14:creationId xmlns:p14="http://schemas.microsoft.com/office/powerpoint/2010/main" val="14017380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389B1-D114-78A3-BE95-ECBFC8E94031}"/>
              </a:ext>
            </a:extLst>
          </p:cNvPr>
          <p:cNvSpPr>
            <a:spLocks noGrp="1"/>
          </p:cNvSpPr>
          <p:nvPr>
            <p:ph type="title"/>
          </p:nvPr>
        </p:nvSpPr>
        <p:spPr/>
        <p:txBody>
          <a:bodyPr/>
          <a:lstStyle/>
          <a:p>
            <a:r>
              <a:rPr lang="en-ZA" dirty="0"/>
              <a:t>Excel spreadsheet 2</a:t>
            </a:r>
          </a:p>
        </p:txBody>
      </p:sp>
      <p:pic>
        <p:nvPicPr>
          <p:cNvPr id="5" name="Content Placeholder 4">
            <a:extLst>
              <a:ext uri="{FF2B5EF4-FFF2-40B4-BE49-F238E27FC236}">
                <a16:creationId xmlns:a16="http://schemas.microsoft.com/office/drawing/2014/main" id="{54530506-4149-667E-3DF8-DEEE2E0C3822}"/>
              </a:ext>
            </a:extLst>
          </p:cNvPr>
          <p:cNvPicPr>
            <a:picLocks noGrp="1" noChangeAspect="1"/>
          </p:cNvPicPr>
          <p:nvPr>
            <p:ph idx="1"/>
          </p:nvPr>
        </p:nvPicPr>
        <p:blipFill>
          <a:blip r:embed="rId2"/>
          <a:stretch>
            <a:fillRect/>
          </a:stretch>
        </p:blipFill>
        <p:spPr>
          <a:xfrm>
            <a:off x="5107890" y="2557463"/>
            <a:ext cx="1976220" cy="3317875"/>
          </a:xfrm>
          <a:prstGeom prst="rect">
            <a:avLst/>
          </a:prstGeom>
        </p:spPr>
      </p:pic>
    </p:spTree>
    <p:extLst>
      <p:ext uri="{BB962C8B-B14F-4D97-AF65-F5344CB8AC3E}">
        <p14:creationId xmlns:p14="http://schemas.microsoft.com/office/powerpoint/2010/main" val="31501504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767440-54DE-A664-8827-7C740F66D34F}"/>
              </a:ext>
            </a:extLst>
          </p:cNvPr>
          <p:cNvSpPr>
            <a:spLocks noGrp="1"/>
          </p:cNvSpPr>
          <p:nvPr>
            <p:ph idx="1"/>
          </p:nvPr>
        </p:nvSpPr>
        <p:spPr>
          <a:xfrm>
            <a:off x="838200" y="539646"/>
            <a:ext cx="10515600" cy="5637317"/>
          </a:xfrm>
        </p:spPr>
        <p:txBody>
          <a:bodyPr/>
          <a:lstStyle/>
          <a:p>
            <a:pPr marL="0" indent="0">
              <a:buNone/>
            </a:pPr>
            <a:r>
              <a:rPr lang="en-ZA" dirty="0"/>
              <a:t>Excel spreadsheet 1:</a:t>
            </a:r>
          </a:p>
          <a:p>
            <a:pPr marL="0" indent="0">
              <a:buNone/>
            </a:pPr>
            <a:r>
              <a:rPr lang="en-ZA" dirty="0"/>
              <a:t>-displaying all of the products that </a:t>
            </a:r>
            <a:r>
              <a:rPr lang="en-ZA" dirty="0" err="1"/>
              <a:t>Poshable</a:t>
            </a:r>
            <a:r>
              <a:rPr lang="en-ZA" dirty="0"/>
              <a:t> | Accessories keeps and sells</a:t>
            </a:r>
          </a:p>
          <a:p>
            <a:pPr marL="0" indent="0">
              <a:buNone/>
            </a:pPr>
            <a:r>
              <a:rPr lang="en-ZA" dirty="0"/>
              <a:t>-category that they are under and prizes</a:t>
            </a:r>
          </a:p>
          <a:p>
            <a:pPr marL="0" indent="0">
              <a:buNone/>
            </a:pPr>
            <a:r>
              <a:rPr lang="en-ZA" dirty="0"/>
              <a:t>-will be useful in the future for a graphical display as to which product is resulting to a drought for the business and costing you more then having to sell it</a:t>
            </a:r>
          </a:p>
        </p:txBody>
      </p:sp>
    </p:spTree>
    <p:extLst>
      <p:ext uri="{BB962C8B-B14F-4D97-AF65-F5344CB8AC3E}">
        <p14:creationId xmlns:p14="http://schemas.microsoft.com/office/powerpoint/2010/main" val="20389124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7F11B6-823F-F065-44DE-541433474F09}"/>
              </a:ext>
            </a:extLst>
          </p:cNvPr>
          <p:cNvSpPr>
            <a:spLocks noGrp="1"/>
          </p:cNvSpPr>
          <p:nvPr>
            <p:ph idx="1"/>
          </p:nvPr>
        </p:nvSpPr>
        <p:spPr>
          <a:xfrm>
            <a:off x="838200" y="584616"/>
            <a:ext cx="10515600" cy="5592347"/>
          </a:xfrm>
        </p:spPr>
        <p:txBody>
          <a:bodyPr/>
          <a:lstStyle/>
          <a:p>
            <a:pPr marL="0" indent="0">
              <a:buNone/>
            </a:pPr>
            <a:r>
              <a:rPr lang="en-ZA" dirty="0"/>
              <a:t>Excel spreadsheet 2:</a:t>
            </a:r>
          </a:p>
          <a:p>
            <a:pPr marL="0" indent="0">
              <a:buNone/>
            </a:pPr>
            <a:r>
              <a:rPr lang="en-ZA" dirty="0"/>
              <a:t>-binding potential products with extra products (R = PP + EP)</a:t>
            </a:r>
          </a:p>
          <a:p>
            <a:pPr marL="0" indent="0">
              <a:buNone/>
            </a:pPr>
            <a:r>
              <a:rPr lang="en-ZA" dirty="0"/>
              <a:t>-this shall result to more revenue made and ‘Best Selling Product’ within the business</a:t>
            </a:r>
          </a:p>
          <a:p>
            <a:pPr marL="0" indent="0">
              <a:buNone/>
            </a:pPr>
            <a:r>
              <a:rPr lang="en-ZA" dirty="0"/>
              <a:t>-do not restock every month, restock when customer wants it</a:t>
            </a:r>
          </a:p>
          <a:p>
            <a:pPr marL="0" indent="0">
              <a:buNone/>
            </a:pPr>
            <a:r>
              <a:rPr lang="en-ZA" dirty="0"/>
              <a:t>-prizing shall be determined by the business owner</a:t>
            </a:r>
          </a:p>
          <a:p>
            <a:pPr marL="0" indent="0">
              <a:buNone/>
            </a:pPr>
            <a:r>
              <a:rPr lang="en-ZA" dirty="0"/>
              <a:t>-segregates you from the rest of the businesses, resulting to uniqueness and creativity</a:t>
            </a:r>
          </a:p>
        </p:txBody>
      </p:sp>
    </p:spTree>
    <p:extLst>
      <p:ext uri="{BB962C8B-B14F-4D97-AF65-F5344CB8AC3E}">
        <p14:creationId xmlns:p14="http://schemas.microsoft.com/office/powerpoint/2010/main" val="24205464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FF734-D0AA-1B39-AE0B-5E7F88FFFEB8}"/>
              </a:ext>
            </a:extLst>
          </p:cNvPr>
          <p:cNvSpPr>
            <a:spLocks noGrp="1"/>
          </p:cNvSpPr>
          <p:nvPr>
            <p:ph type="title"/>
          </p:nvPr>
        </p:nvSpPr>
        <p:spPr/>
        <p:txBody>
          <a:bodyPr/>
          <a:lstStyle/>
          <a:p>
            <a:r>
              <a:rPr lang="en-ZA" dirty="0"/>
              <a:t>NOTE</a:t>
            </a:r>
          </a:p>
        </p:txBody>
      </p:sp>
      <p:sp>
        <p:nvSpPr>
          <p:cNvPr id="3" name="Content Placeholder 2">
            <a:extLst>
              <a:ext uri="{FF2B5EF4-FFF2-40B4-BE49-F238E27FC236}">
                <a16:creationId xmlns:a16="http://schemas.microsoft.com/office/drawing/2014/main" id="{A21C3E2E-92E5-C0EA-A752-42157B646DF9}"/>
              </a:ext>
            </a:extLst>
          </p:cNvPr>
          <p:cNvSpPr>
            <a:spLocks noGrp="1"/>
          </p:cNvSpPr>
          <p:nvPr>
            <p:ph idx="1"/>
          </p:nvPr>
        </p:nvSpPr>
        <p:spPr/>
        <p:txBody>
          <a:bodyPr/>
          <a:lstStyle/>
          <a:p>
            <a:pPr marL="0" indent="0">
              <a:buNone/>
            </a:pPr>
            <a:r>
              <a:rPr lang="en-ZA" dirty="0"/>
              <a:t>-this can be useful for sport events or parties but discussed with the host of the event</a:t>
            </a:r>
          </a:p>
          <a:p>
            <a:pPr marL="0" indent="0">
              <a:buNone/>
            </a:pPr>
            <a:r>
              <a:rPr lang="en-ZA" dirty="0"/>
              <a:t>-reason with the prizing for the extra products</a:t>
            </a:r>
          </a:p>
          <a:p>
            <a:pPr marL="0" indent="0">
              <a:buNone/>
            </a:pPr>
            <a:r>
              <a:rPr lang="en-ZA" dirty="0"/>
              <a:t>-R = PP + EP only works if products goes along with it</a:t>
            </a:r>
          </a:p>
          <a:p>
            <a:pPr marL="0" indent="0">
              <a:buNone/>
            </a:pPr>
            <a:r>
              <a:rPr lang="en-ZA" dirty="0"/>
              <a:t>-if product does not make much revenue then therefore it should be paused until the best time or solution comes up</a:t>
            </a:r>
          </a:p>
        </p:txBody>
      </p:sp>
    </p:spTree>
    <p:extLst>
      <p:ext uri="{BB962C8B-B14F-4D97-AF65-F5344CB8AC3E}">
        <p14:creationId xmlns:p14="http://schemas.microsoft.com/office/powerpoint/2010/main" val="4709618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71BB4-EF73-6C9C-F88C-443C84635B78}"/>
              </a:ext>
            </a:extLst>
          </p:cNvPr>
          <p:cNvSpPr>
            <a:spLocks noGrp="1"/>
          </p:cNvSpPr>
          <p:nvPr>
            <p:ph type="title"/>
          </p:nvPr>
        </p:nvSpPr>
        <p:spPr/>
        <p:txBody>
          <a:bodyPr/>
          <a:lstStyle/>
          <a:p>
            <a:r>
              <a:rPr lang="en-ZA" dirty="0"/>
              <a:t>Change, </a:t>
            </a:r>
            <a:r>
              <a:rPr lang="en-ZA" dirty="0" err="1"/>
              <a:t>Stabalize</a:t>
            </a:r>
            <a:r>
              <a:rPr lang="en-ZA" dirty="0"/>
              <a:t>  &amp; Improve</a:t>
            </a:r>
          </a:p>
        </p:txBody>
      </p:sp>
      <p:graphicFrame>
        <p:nvGraphicFramePr>
          <p:cNvPr id="8" name="Content Placeholder 7">
            <a:extLst>
              <a:ext uri="{FF2B5EF4-FFF2-40B4-BE49-F238E27FC236}">
                <a16:creationId xmlns:a16="http://schemas.microsoft.com/office/drawing/2014/main" id="{B17495A9-8F3B-3587-5C1C-187703C4CBBA}"/>
              </a:ext>
            </a:extLst>
          </p:cNvPr>
          <p:cNvGraphicFramePr>
            <a:graphicFrameLocks noGrp="1"/>
          </p:cNvGraphicFramePr>
          <p:nvPr>
            <p:ph idx="1"/>
            <p:extLst>
              <p:ext uri="{D42A27DB-BD31-4B8C-83A1-F6EECF244321}">
                <p14:modId xmlns:p14="http://schemas.microsoft.com/office/powerpoint/2010/main" val="631374528"/>
              </p:ext>
            </p:extLst>
          </p:nvPr>
        </p:nvGraphicFramePr>
        <p:xfrm>
          <a:off x="1295400" y="2557463"/>
          <a:ext cx="9601197" cy="3220720"/>
        </p:xfrm>
        <a:graphic>
          <a:graphicData uri="http://schemas.openxmlformats.org/drawingml/2006/table">
            <a:tbl>
              <a:tblPr firstRow="1" bandRow="1">
                <a:tableStyleId>{BC89EF96-8CEA-46FF-86C4-4CE0E7609802}</a:tableStyleId>
              </a:tblPr>
              <a:tblGrid>
                <a:gridCol w="3200399">
                  <a:extLst>
                    <a:ext uri="{9D8B030D-6E8A-4147-A177-3AD203B41FA5}">
                      <a16:colId xmlns:a16="http://schemas.microsoft.com/office/drawing/2014/main" val="3579655620"/>
                    </a:ext>
                  </a:extLst>
                </a:gridCol>
                <a:gridCol w="3200399">
                  <a:extLst>
                    <a:ext uri="{9D8B030D-6E8A-4147-A177-3AD203B41FA5}">
                      <a16:colId xmlns:a16="http://schemas.microsoft.com/office/drawing/2014/main" val="2476242927"/>
                    </a:ext>
                  </a:extLst>
                </a:gridCol>
                <a:gridCol w="3200399">
                  <a:extLst>
                    <a:ext uri="{9D8B030D-6E8A-4147-A177-3AD203B41FA5}">
                      <a16:colId xmlns:a16="http://schemas.microsoft.com/office/drawing/2014/main" val="971214949"/>
                    </a:ext>
                  </a:extLst>
                </a:gridCol>
              </a:tblGrid>
              <a:tr h="370840">
                <a:tc>
                  <a:txBody>
                    <a:bodyPr/>
                    <a:lstStyle/>
                    <a:p>
                      <a:r>
                        <a:rPr lang="en-ZA" dirty="0"/>
                        <a:t>CHANGE</a:t>
                      </a:r>
                    </a:p>
                  </a:txBody>
                  <a:tcPr/>
                </a:tc>
                <a:tc>
                  <a:txBody>
                    <a:bodyPr/>
                    <a:lstStyle/>
                    <a:p>
                      <a:r>
                        <a:rPr lang="en-ZA" dirty="0"/>
                        <a:t>STABALIZE</a:t>
                      </a:r>
                    </a:p>
                  </a:txBody>
                  <a:tcPr/>
                </a:tc>
                <a:tc>
                  <a:txBody>
                    <a:bodyPr/>
                    <a:lstStyle/>
                    <a:p>
                      <a:r>
                        <a:rPr lang="en-ZA" dirty="0"/>
                        <a:t>IMRPOVE</a:t>
                      </a:r>
                    </a:p>
                  </a:txBody>
                  <a:tcPr/>
                </a:tc>
                <a:extLst>
                  <a:ext uri="{0D108BD9-81ED-4DB2-BD59-A6C34878D82A}">
                    <a16:rowId xmlns:a16="http://schemas.microsoft.com/office/drawing/2014/main" val="193062395"/>
                  </a:ext>
                </a:extLst>
              </a:tr>
              <a:tr h="370840">
                <a:tc>
                  <a:txBody>
                    <a:bodyPr/>
                    <a:lstStyle/>
                    <a:p>
                      <a:r>
                        <a:rPr lang="en-ZA" dirty="0"/>
                        <a:t>Restocking non-winning products</a:t>
                      </a:r>
                    </a:p>
                  </a:txBody>
                  <a:tcPr/>
                </a:tc>
                <a:tc>
                  <a:txBody>
                    <a:bodyPr/>
                    <a:lstStyle/>
                    <a:p>
                      <a:r>
                        <a:rPr lang="en-ZA" dirty="0"/>
                        <a:t>Winning product/s</a:t>
                      </a:r>
                    </a:p>
                  </a:txBody>
                  <a:tcPr/>
                </a:tc>
                <a:tc>
                  <a:txBody>
                    <a:bodyPr/>
                    <a:lstStyle/>
                    <a:p>
                      <a:r>
                        <a:rPr lang="en-ZA" dirty="0"/>
                        <a:t>Collaboration</a:t>
                      </a:r>
                    </a:p>
                  </a:txBody>
                  <a:tcPr/>
                </a:tc>
                <a:extLst>
                  <a:ext uri="{0D108BD9-81ED-4DB2-BD59-A6C34878D82A}">
                    <a16:rowId xmlns:a16="http://schemas.microsoft.com/office/drawing/2014/main" val="3144899065"/>
                  </a:ext>
                </a:extLst>
              </a:tr>
              <a:tr h="370840">
                <a:tc>
                  <a:txBody>
                    <a:bodyPr/>
                    <a:lstStyle/>
                    <a:p>
                      <a:r>
                        <a:rPr lang="en-ZA" dirty="0"/>
                        <a:t>Price change or decrease</a:t>
                      </a:r>
                    </a:p>
                  </a:txBody>
                  <a:tcPr/>
                </a:tc>
                <a:tc>
                  <a:txBody>
                    <a:bodyPr/>
                    <a:lstStyle/>
                    <a:p>
                      <a:endParaRPr lang="en-ZA" dirty="0"/>
                    </a:p>
                  </a:txBody>
                  <a:tcPr/>
                </a:tc>
                <a:tc>
                  <a:txBody>
                    <a:bodyPr/>
                    <a:lstStyle/>
                    <a:p>
                      <a:r>
                        <a:rPr lang="en-ZA" dirty="0"/>
                        <a:t>Ice-coffee</a:t>
                      </a:r>
                    </a:p>
                  </a:txBody>
                  <a:tcPr/>
                </a:tc>
                <a:extLst>
                  <a:ext uri="{0D108BD9-81ED-4DB2-BD59-A6C34878D82A}">
                    <a16:rowId xmlns:a16="http://schemas.microsoft.com/office/drawing/2014/main" val="174561619"/>
                  </a:ext>
                </a:extLst>
              </a:tr>
              <a:tr h="370840">
                <a:tc>
                  <a:txBody>
                    <a:bodyPr/>
                    <a:lstStyle/>
                    <a:p>
                      <a:endParaRPr lang="en-ZA"/>
                    </a:p>
                  </a:txBody>
                  <a:tcPr/>
                </a:tc>
                <a:tc>
                  <a:txBody>
                    <a:bodyPr/>
                    <a:lstStyle/>
                    <a:p>
                      <a:endParaRPr lang="en-ZA"/>
                    </a:p>
                  </a:txBody>
                  <a:tcPr/>
                </a:tc>
                <a:tc>
                  <a:txBody>
                    <a:bodyPr/>
                    <a:lstStyle/>
                    <a:p>
                      <a:r>
                        <a:rPr lang="en-ZA" dirty="0"/>
                        <a:t>Matcha</a:t>
                      </a:r>
                    </a:p>
                  </a:txBody>
                  <a:tcPr/>
                </a:tc>
                <a:extLst>
                  <a:ext uri="{0D108BD9-81ED-4DB2-BD59-A6C34878D82A}">
                    <a16:rowId xmlns:a16="http://schemas.microsoft.com/office/drawing/2014/main" val="3615356991"/>
                  </a:ext>
                </a:extLst>
              </a:tr>
              <a:tr h="370840">
                <a:tc>
                  <a:txBody>
                    <a:bodyPr/>
                    <a:lstStyle/>
                    <a:p>
                      <a:endParaRPr lang="en-ZA" dirty="0"/>
                    </a:p>
                  </a:txBody>
                  <a:tcPr/>
                </a:tc>
                <a:tc>
                  <a:txBody>
                    <a:bodyPr/>
                    <a:lstStyle/>
                    <a:p>
                      <a:endParaRPr lang="en-ZA"/>
                    </a:p>
                  </a:txBody>
                  <a:tcPr/>
                </a:tc>
                <a:tc>
                  <a:txBody>
                    <a:bodyPr/>
                    <a:lstStyle/>
                    <a:p>
                      <a:r>
                        <a:rPr lang="en-ZA" dirty="0"/>
                        <a:t>Liquid mixture: </a:t>
                      </a:r>
                    </a:p>
                    <a:p>
                      <a:r>
                        <a:rPr lang="en-ZA" dirty="0"/>
                        <a:t>*</a:t>
                      </a:r>
                      <a:r>
                        <a:rPr lang="en-ZA" dirty="0" err="1"/>
                        <a:t>redbull</a:t>
                      </a:r>
                      <a:r>
                        <a:rPr lang="en-ZA" dirty="0"/>
                        <a:t> &amp; mocktail</a:t>
                      </a:r>
                    </a:p>
                    <a:p>
                      <a:r>
                        <a:rPr lang="en-ZA" dirty="0"/>
                        <a:t>*</a:t>
                      </a:r>
                      <a:r>
                        <a:rPr lang="en-ZA" dirty="0" err="1"/>
                        <a:t>redbull</a:t>
                      </a:r>
                      <a:r>
                        <a:rPr lang="en-ZA" dirty="0"/>
                        <a:t> &amp; sweets &amp; other liquid</a:t>
                      </a:r>
                    </a:p>
                    <a:p>
                      <a:r>
                        <a:rPr lang="en-ZA" dirty="0"/>
                        <a:t>*sweets and liquid</a:t>
                      </a:r>
                    </a:p>
                    <a:p>
                      <a:r>
                        <a:rPr lang="en-ZA" dirty="0"/>
                        <a:t>*juice / energy drinks with other ingredients</a:t>
                      </a:r>
                    </a:p>
                  </a:txBody>
                  <a:tcPr/>
                </a:tc>
                <a:extLst>
                  <a:ext uri="{0D108BD9-81ED-4DB2-BD59-A6C34878D82A}">
                    <a16:rowId xmlns:a16="http://schemas.microsoft.com/office/drawing/2014/main" val="177758362"/>
                  </a:ext>
                </a:extLst>
              </a:tr>
            </a:tbl>
          </a:graphicData>
        </a:graphic>
      </p:graphicFrame>
    </p:spTree>
    <p:extLst>
      <p:ext uri="{BB962C8B-B14F-4D97-AF65-F5344CB8AC3E}">
        <p14:creationId xmlns:p14="http://schemas.microsoft.com/office/powerpoint/2010/main" val="3394961865"/>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139</TotalTime>
  <Words>495</Words>
  <Application>Microsoft Office PowerPoint</Application>
  <PresentationFormat>Widescreen</PresentationFormat>
  <Paragraphs>40</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Garamond</vt:lpstr>
      <vt:lpstr>Organic</vt:lpstr>
      <vt:lpstr>Poshable | Accessories</vt:lpstr>
      <vt:lpstr>Poshable | Accessories</vt:lpstr>
      <vt:lpstr>Poshable | Accessories products</vt:lpstr>
      <vt:lpstr>Popularity designs and images</vt:lpstr>
      <vt:lpstr>Excel spreadsheet 1</vt:lpstr>
      <vt:lpstr>Excel spreadsheet 2</vt:lpstr>
      <vt:lpstr>PowerPoint Presentation</vt:lpstr>
      <vt:lpstr>PowerPoint Presentation</vt:lpstr>
      <vt:lpstr>NOTE</vt:lpstr>
      <vt:lpstr>Change, Stabalize  &amp; Improve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mjbestylinnit@gmail.com</dc:creator>
  <cp:lastModifiedBy>mjbestylinnit@gmail.com</cp:lastModifiedBy>
  <cp:revision>2</cp:revision>
  <dcterms:created xsi:type="dcterms:W3CDTF">2026-05-05T20:59:19Z</dcterms:created>
  <dcterms:modified xsi:type="dcterms:W3CDTF">2026-05-06T11:20:31Z</dcterms:modified>
</cp:coreProperties>
</file>